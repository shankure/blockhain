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48640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SecureTrace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Linked Digital Evidence Locker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154680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Oriented Architecture  ·  South East European University  ·  2025/2026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https://securetrace-ui.onrender.com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github.com/shankure/blockchain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Chain of Custody in Digital Forensics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834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Evidence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evidence stored in standard databases can be silently altered — no trace, no detection.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834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25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🔓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Integrity Proof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require proof evidence hasn't changed since collection. Standard systems cannot provide this.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43000"/>
            <a:ext cx="2834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25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550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Chain of Custody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accessed the evidence, when, and what did they change? Traditional systems have no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SecureTrace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Hash Ledger that makes tampering mathematically detectable.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5953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45920"/>
            <a:ext cx="7315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17190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Chain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6544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evidence action creates a SHA-256 block. Each block contains the hash of the previous — alter one block, the entire chain breaks.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85953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97480"/>
            <a:ext cx="7315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" y="2770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18104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Admin (full access), Field Agent (upload only), Legal Auditor (read + verify only). JWT tokens enforce every boundary.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49040"/>
            <a:ext cx="7315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4440" y="3822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Verification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169664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/api/audit/verify re-computes every hash in the chain. Returns tamper-proof proof in milliseconds — green if intact, red if breached.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Design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88720" y="1097280"/>
            <a:ext cx="676656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1133856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(Render Static Site)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44475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Dashboard · Evidence · Audit Ledger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75564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2057400"/>
            <a:ext cx="676656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2093976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(.NET 10 — Render Docker)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0487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 → Repositories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271576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3017520"/>
            <a:ext cx="6766560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80160" y="3054096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(Render Managed)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36499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Cases · Evidences (via EF Core)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36758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3749040"/>
            <a:ext cx="676656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3785616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(Audit Ledger)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09651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audit_blocks collection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2440" y="13716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BAA"/>
                </a:solidFill>
              </a:rPr>
              <a:t>JWT Bearer Tokens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CORE FEATURE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Cryptographic Chain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Block #1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HASH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10058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78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CREATED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255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EvidenceId: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 HASH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77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SHA-256(...)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2514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46120" y="1097280"/>
            <a:ext cx="274320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97280"/>
            <a:ext cx="274320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97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Block #2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1600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HASH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3f6c03167bfb12...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37560" y="2578608"/>
            <a:ext cx="1005840" cy="2926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578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CREATED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3255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EvidenceId: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 HASH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3877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SHA-256(...)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2514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17920" y="1097280"/>
            <a:ext cx="274320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097280"/>
            <a:ext cx="27432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097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Block #3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1600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HASH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1847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b84ab72936c9e0...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2578608"/>
            <a:ext cx="100584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578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UPDATED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9360" y="3255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EvidenceId: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6393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 HASH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09360" y="3877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SHA-256(...)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SECURITY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Role-Based Access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249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Investigator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22860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2491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update / delete Cases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update, delete 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6758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chain verification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513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8346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234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🕵️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37560" y="1874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2249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578608"/>
            <a:ext cx="22860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72491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cases &amp; evidence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update Evidence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6758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chain 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1513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manage Cases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09728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097280"/>
            <a:ext cx="28346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234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09360" y="1874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22494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Auditor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2578608"/>
            <a:ext cx="22860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72491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cases &amp; evidence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chain verification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6758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audit blocks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15137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Zero write access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Stack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8046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 (.NET 10)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29968"/>
            <a:ext cx="64008" cy="80467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756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140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Entity Framework Core 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62656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62656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34670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(append-only)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95344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95344"/>
            <a:ext cx="64008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410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4279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 + BCrypt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097280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14813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(System.Security.Cryptography)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029968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61DA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029968"/>
            <a:ext cx="64008" cy="804672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0756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24140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Axios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962656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62656"/>
            <a:ext cx="64008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752" y="334670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Moq + FluentAssertions (30 tests)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895344"/>
            <a:ext cx="425196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895344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39410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Deploy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73752" y="4279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Render Cloud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QUALITY ASSURANCE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30 Unit Tests — All Passing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20116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</a:rPr>
              <a:t>30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173736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 FAILED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09728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58200" y="1225296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225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CryptographyServiceTests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1463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 ·  SHA-256 hashing, avalanche effect, payload building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187452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02536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002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VerificationServiceTests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22402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 ·  Valid chain, tampered data, broken links, empty ledger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265176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58200" y="2779776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779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88920" y="3017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 ·  Register, login, duplicate email, invalid role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342900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58200" y="3557016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557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CaseRepositoryTests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88920" y="3794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  ·  CRUD operations, auto case number generation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4206240"/>
            <a:ext cx="6217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334256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4334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8892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CasesControllerTests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4572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 ·  HTTP response codes, 403 role enforcement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DEVOPS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CI/CD Pipeline &amp; Render Deployment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202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5420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30 tests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9202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5420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builds .NET 10 image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0" y="2103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19202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5420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securetrace-api.onrender.com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3931920" cy="731520"/>
          </a:xfrm>
          <a:prstGeom prst="rect">
            <a:avLst/>
          </a:prstGeom>
          <a:solidFill>
            <a:srgbClr val="1B4D1B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03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✅ Build &amp; Test — PASSING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3931920" cy="731520"/>
          </a:xfrm>
          <a:prstGeom prst="rect">
            <a:avLst/>
          </a:prstGeom>
          <a:solidFill>
            <a:srgbClr val="1B4D1B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03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🌐 LIVE on Render Cloud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</a:rPr>
              <a:t>DEMONSTRATION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9436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Admin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securetrace-ui.onrender.com. Stats Banner shows 3 cases, 10 evidence, 12 blocks, Chain Intact.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77440"/>
            <a:ext cx="594360" cy="10972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7744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Cases &amp;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8803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3 realistic cases. Click into Case 2 — show 3 evidence items with metadata.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11880"/>
            <a:ext cx="594360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118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703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Evidence Live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 Evidence — fill form — submit. New audit block created in MongoDB instantly.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143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43000"/>
            <a:ext cx="594360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14300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12344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Chain — Green 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1645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Ledger. All blocks green. Click Re-Verify Chain → isValid: true.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37744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377440"/>
            <a:ext cx="594360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37744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in MongoDB Atlas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8803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Atlas. Edit one block's EvidenceSnapshot. Change a single character. Save.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11880"/>
            <a:ext cx="594360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118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94960" y="3703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Chain — Red 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41148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in UI. Tampered block flagged red with exact failure reason. Fix → green again.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.NET 10 Web API with JWT auth and 3 enforced roles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cryptographic chain — tamper detection proven live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unit tests across controllers, services, and repositories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 with real-time ledger visualization + CRUD modals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+ auto-deployed to Render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securetrace-ui.onrender.com  ·  API: securetrace-api.onrender.com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SecureTrace - Final Project Presentation</dc:title>
  <dc:subject>PptxGenJS Presentation</dc:subject>
  <dc:creator>PptxGenJS</dc:creator>
  <cp:lastModifiedBy>PptxGenJS</cp:lastModifiedBy>
  <cp:revision>1</cp:revision>
  <dcterms:created xsi:type="dcterms:W3CDTF">2026-06-02T13:12:39Z</dcterms:created>
  <dcterms:modified xsi:type="dcterms:W3CDTF">2026-06-02T13:12:39Z</dcterms:modified>
</cp:coreProperties>
</file>